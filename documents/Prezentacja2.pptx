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6D45930-2F2E-45D6-AE8B-18CD0AB902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762C3-CC36-4BF6-BC58-C311290577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48AAEF8-81F0-43D5-B52E-26ADD3DF1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32210-957C-4A62-B6D5-11D72C0038D1}" type="datetimeFigureOut">
              <a:rPr lang="pl-PL" smtClean="0"/>
              <a:t>14.08.2026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FAE2E03-B12C-4BFD-8668-F2F865B10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485BDFD-7949-4154-A645-EB403DCC3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E1664-97DF-4EF6-B25A-3DED23D892E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05789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2191F14-D009-432A-9559-CBCB2C2EE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D69DCB1-42A7-46F0-AC75-AA70DAC371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E3DF246-FB91-47C3-BAEC-09ECC906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32210-957C-4A62-B6D5-11D72C0038D1}" type="datetimeFigureOut">
              <a:rPr lang="pl-PL" smtClean="0"/>
              <a:t>14.08.2026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0A9E88E-9E4A-4332-B53A-139EC8260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7959E1D-939C-4A6E-8C86-B1B0F4E38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E1664-97DF-4EF6-B25A-3DED23D892E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84783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56912C5-4E31-49FA-88A0-4328F9615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8D457526-C442-4B97-9984-26CD4AB6C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D079182-1015-4B02-B61D-BD0EDC0A3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32210-957C-4A62-B6D5-11D72C0038D1}" type="datetimeFigureOut">
              <a:rPr lang="pl-PL" smtClean="0"/>
              <a:t>14.08.2026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1B0ADD1-85C9-4FB5-A63B-3BD842975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FF72777-711F-450B-A67D-762846A36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E1664-97DF-4EF6-B25A-3DED23D892E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98713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1680860-6F77-495A-B74A-259FE9B58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0CE82B6-FC1D-4292-BE9F-1FC0CF4057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D6A793A-8426-466F-9EF3-E5D1E24AD5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59B1BC8-0255-4990-BAF7-384427E31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32210-957C-4A62-B6D5-11D72C0038D1}" type="datetimeFigureOut">
              <a:rPr lang="pl-PL" smtClean="0"/>
              <a:t>14.08.2026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8519980F-9836-48F4-86D8-39484F481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D626620A-EC23-4942-B79B-0335D84B4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E1664-97DF-4EF6-B25A-3DED23D892E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74758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F87F631-B754-432B-AE0E-722CF2E8C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A1A1E545-39E8-4D55-8BA2-A94A40942C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857B40C8-2A2D-4F63-90BB-D314A5FD1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54A21CAF-240A-4C70-A319-5E7D802441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D5AF3200-C477-404D-BB92-6B5E8B6DDB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A9C7E893-4019-4DBC-BA00-BB6A5BE13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32210-957C-4A62-B6D5-11D72C0038D1}" type="datetimeFigureOut">
              <a:rPr lang="pl-PL" smtClean="0"/>
              <a:t>14.08.2026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F0FC23D6-1082-4257-9DB7-5E2435833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424457FF-20E0-4915-900B-45AA17409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E1664-97DF-4EF6-B25A-3DED23D892E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95570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8AB7494-FD50-44E1-90E0-90320EB4D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AA27ED8D-2667-478C-93F0-572010BAA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32210-957C-4A62-B6D5-11D72C0038D1}" type="datetimeFigureOut">
              <a:rPr lang="pl-PL" smtClean="0"/>
              <a:t>14.08.2026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FBBAFBBA-AE46-42AB-8F50-928E0D188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366F22F0-3ED0-425D-9A0B-0EA15368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E1664-97DF-4EF6-B25A-3DED23D892E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3832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BE635E0D-F76F-4E17-AEA3-64C24CC35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32210-957C-4A62-B6D5-11D72C0038D1}" type="datetimeFigureOut">
              <a:rPr lang="pl-PL" smtClean="0"/>
              <a:t>14.08.2026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093168D8-275E-4631-A50F-2364A7CDE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F40F6862-A2A9-40CC-8461-4FF2A9B41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E1664-97DF-4EF6-B25A-3DED23D892E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87433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18D8730-3D47-4713-A4CE-AB21F649F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E4A6CB9-418C-414D-90F8-164075E636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094AF5CC-A54E-4F4C-ADD6-D63B73D7E0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382D8BC7-2033-4862-9C82-9DBB13FEB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32210-957C-4A62-B6D5-11D72C0038D1}" type="datetimeFigureOut">
              <a:rPr lang="pl-PL" smtClean="0"/>
              <a:t>14.08.2026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05D27EFB-A91E-4F50-9931-5C3E6574B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28DE49E1-0DB9-465B-A156-406B885BC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E1664-97DF-4EF6-B25A-3DED23D892E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22909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DEC3E34-F5E0-4C17-8566-FB31B3EB7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3C4D4ABB-4812-4361-9FD9-826921053C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F0998405-EC8E-43A4-B931-B8971C36E8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A81AD01E-7FC1-4B98-AEEE-12AD84F24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32210-957C-4A62-B6D5-11D72C0038D1}" type="datetimeFigureOut">
              <a:rPr lang="pl-PL" smtClean="0"/>
              <a:t>14.08.2026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B16B5E75-F2F6-4CB0-A5C3-475009310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491E421C-8A27-464D-8A7E-8F2830499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E1664-97DF-4EF6-B25A-3DED23D892E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43937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B9AB7B6-CF20-4155-8B1E-5200B6CA5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758D6069-CEC2-475E-B683-9A4E194BD6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2AD5047-BDE3-416C-B78E-48FA87788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32210-957C-4A62-B6D5-11D72C0038D1}" type="datetimeFigureOut">
              <a:rPr lang="pl-PL" smtClean="0"/>
              <a:t>14.08.2026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058925D-7FED-402C-B6C6-FE5CF71C3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17ECCB99-BA4A-4987-BFBB-8E1B8EFF2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E1664-97DF-4EF6-B25A-3DED23D892E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57034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EF2F9EC4-AFA1-41A7-B39D-A066AFC4FD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7D73C1AB-A05C-4748-9E3C-1F6137ED93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D05FB95-1D75-4938-849A-67A8E8156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32210-957C-4A62-B6D5-11D72C0038D1}" type="datetimeFigureOut">
              <a:rPr lang="pl-PL" smtClean="0"/>
              <a:t>14.08.2026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19C60F3-D68F-4453-AAFC-1C836ED4A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EE98CF9-7722-4854-879E-01011E8F3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E1664-97DF-4EF6-B25A-3DED23D892E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71679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AD235624-9235-465C-8F39-66DA5644B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967DB4A7-51CC-438C-8378-5D8E568DA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54DC396-0D09-4CB7-8903-B23107D153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832210-957C-4A62-B6D5-11D72C0038D1}" type="datetimeFigureOut">
              <a:rPr lang="pl-PL" smtClean="0"/>
              <a:t>14.08.2026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2F66BFC-5B9C-49FB-988B-62625AEF7B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5C43BAE-7542-485D-95A5-5D8691D64B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AE1664-97DF-4EF6-B25A-3DED23D892E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16588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4D7520BC-91ED-4B76-99F8-8281305C45B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16" t="6531" r="12131" b="7755"/>
          <a:stretch/>
        </p:blipFill>
        <p:spPr>
          <a:xfrm>
            <a:off x="1640791" y="358924"/>
            <a:ext cx="2281729" cy="2691926"/>
          </a:xfrm>
          <a:prstGeom prst="rect">
            <a:avLst/>
          </a:prstGeom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2CA7F238-205C-4C8E-9A30-466BCA6CF61D}"/>
              </a:ext>
            </a:extLst>
          </p:cNvPr>
          <p:cNvSpPr txBox="1"/>
          <p:nvPr/>
        </p:nvSpPr>
        <p:spPr>
          <a:xfrm>
            <a:off x="3922520" y="546856"/>
            <a:ext cx="7024642" cy="2672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0000"/>
              </a:lnSpc>
            </a:pPr>
            <a:r>
              <a:rPr lang="pl-PL" sz="16600" spc="300" dirty="0">
                <a:latin typeface="Arial Black" panose="020B0A04020102020204" pitchFamily="34" charset="0"/>
              </a:rPr>
              <a:t>EASY</a:t>
            </a:r>
            <a:endParaRPr lang="pl-PL" sz="9600" spc="300" dirty="0">
              <a:latin typeface="Arial Black" panose="020B0A04020102020204" pitchFamily="34" charset="0"/>
            </a:endParaRPr>
          </a:p>
          <a:p>
            <a:pPr>
              <a:lnSpc>
                <a:spcPct val="70000"/>
              </a:lnSpc>
            </a:pPr>
            <a:r>
              <a:rPr lang="pl-PL" sz="6600" i="1" u="sng" spc="4000" dirty="0">
                <a:latin typeface="Arial" panose="020B0604020202020204" pitchFamily="34" charset="0"/>
                <a:cs typeface="Arial" panose="020B0604020202020204" pitchFamily="34" charset="0"/>
              </a:rPr>
              <a:t>Monitor</a:t>
            </a:r>
            <a:endParaRPr lang="pl-PL" sz="4800" i="1" u="sng" spc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828F2F0E-BD11-41B3-9BAA-5AD48F42888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3537" r="12759" b="15727"/>
          <a:stretch/>
        </p:blipFill>
        <p:spPr>
          <a:xfrm>
            <a:off x="1640791" y="3807149"/>
            <a:ext cx="8823726" cy="2691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654059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</TotalTime>
  <Words>2</Words>
  <Application>Microsoft Office PowerPoint</Application>
  <PresentationFormat>Panoramiczny</PresentationFormat>
  <Paragraphs>2</Paragraphs>
  <Slides>1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</vt:i4>
      </vt:variant>
    </vt:vector>
  </HeadingPairs>
  <TitlesOfParts>
    <vt:vector size="6" baseType="lpstr">
      <vt:lpstr>Arial</vt:lpstr>
      <vt:lpstr>Arial Black</vt:lpstr>
      <vt:lpstr>Calibri</vt:lpstr>
      <vt:lpstr>Calibri Light</vt:lpstr>
      <vt:lpstr>Motyw pakietu Office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Jacek Wodecki</dc:creator>
  <cp:lastModifiedBy>Jacek Wodecki</cp:lastModifiedBy>
  <cp:revision>6</cp:revision>
  <dcterms:created xsi:type="dcterms:W3CDTF">2026-08-14T09:03:36Z</dcterms:created>
  <dcterms:modified xsi:type="dcterms:W3CDTF">2026-08-14T13:23:38Z</dcterms:modified>
</cp:coreProperties>
</file>